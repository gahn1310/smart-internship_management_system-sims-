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UE23CS352B — Object Oriented Analysis &amp; Design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Internship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A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 — A Full-Stack Java + React Web Application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75120" y="731520"/>
            <a:ext cx="2286000" cy="3657600"/>
          </a:xfrm>
          <a:prstGeom prst="rect">
            <a:avLst/>
          </a:prstGeom>
          <a:solidFill>
            <a:srgbClr val="162D4A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777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12280" y="1298448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2984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12280" y="1773936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7739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12280" y="2249424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22494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0" y="2724912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7249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3200400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200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JPA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3675888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3675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4  ·  April 2026  ·  PES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FEF3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 for internship tracking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02082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933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paper-based approvals cause delays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59689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6946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get lost — no document management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17296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4553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of who approved what and when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74904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216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faculty and mentors have no shared view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92040" y="144475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417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 for all 4 user types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202082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9933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registration with approval workflow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259689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56946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upload, storage and in-browser viewing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317296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314553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approves; Mentor gives feedback only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374904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7216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activity log and audit trail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MVC + Layered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10972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 + Vite)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1155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· Faculty Portal · Admin Dashboard · Role-based routing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463040"/>
            <a:ext cx="0" cy="1188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457200" y="1618488"/>
            <a:ext cx="8229600" cy="658368"/>
          </a:xfrm>
          <a:prstGeom prst="rect">
            <a:avLst/>
          </a:prstGeom>
          <a:solidFill>
            <a:srgbClr val="F0F9FF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18488"/>
            <a:ext cx="109728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6184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(Spring Boot Controllers)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1911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 · InternshipController · ReportController · AdminController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2258568"/>
            <a:ext cx="0" cy="1188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457200" y="2414016"/>
            <a:ext cx="8229600" cy="658368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14016"/>
            <a:ext cx="10972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4140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(Business Logic)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270662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· InternshipService · ReportService · ActivityLogService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34840" y="3054096"/>
            <a:ext cx="0" cy="1188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457200" y="3209544"/>
            <a:ext cx="822960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9544"/>
            <a:ext cx="10972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09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 (Spring Data JPA)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35021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 · InternshipRepo · ProgressReportRepo · FinalReportRepo · ActivityLogRepo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3849624"/>
            <a:ext cx="0" cy="1188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457200" y="4005072"/>
            <a:ext cx="822960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05072"/>
            <a:ext cx="109728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005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(MySQL 8)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" y="4297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internships · progress_reports · final_reports · activity_logs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Roles &amp;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804672"/>
            <a:ext cx="2057400" cy="4041648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804672"/>
            <a:ext cx="205740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80467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01752" y="1463040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463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internship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" y="2121408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21214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progress PDF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" y="2779776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277977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final PDF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" y="3438144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343814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status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804672"/>
            <a:ext cx="2057400" cy="404164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77440" y="804672"/>
            <a:ext cx="20574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80467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Faculty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2514600" y="1463040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463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internship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14600" y="2121408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21214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reports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2779776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277977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feedback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14600" y="3438144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43814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data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90288" y="804672"/>
            <a:ext cx="2057400" cy="4041648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90288" y="804672"/>
            <a:ext cx="20574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80467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727448" y="1463040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1463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internships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27448" y="2121408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21214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reports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27448" y="2779776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277977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feedback only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27448" y="3438144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343814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approve authority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03136" y="804672"/>
            <a:ext cx="2057400" cy="4041648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03136" y="804672"/>
            <a:ext cx="205740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03136" y="80467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6940296" y="1463040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0296" y="1463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users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40296" y="2121408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1214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audit log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40296" y="2779776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0296" y="277977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0296" y="3438144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0296" y="343814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Patterns &amp; SOLID Principles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205740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04672"/>
            <a:ext cx="205740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8046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" y="12618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 Pattern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" y="1755648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@Builder on all entities.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User.builder(), Internship.builder()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ProgressReport.builder() etc.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14016" y="804672"/>
            <a:ext cx="2057400" cy="32004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14016" y="804672"/>
            <a:ext cx="20574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14016" y="8046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14016" y="12618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Facade Pattern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05456" y="1755648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ReportService and InternshipService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facades over multiple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804672"/>
            <a:ext cx="2057400" cy="320040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804672"/>
            <a:ext cx="20574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8046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6864" y="12618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 of Responsibility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18304" y="1755648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filter chain: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CorsFilter → JwtFilter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AuthorizationFilter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39712" y="804672"/>
            <a:ext cx="2057400" cy="320040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39712" y="804672"/>
            <a:ext cx="20574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8046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39712" y="12618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MVC Pattern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31152" y="1755648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/ @Service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@Repository layers enforced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Spring Framework.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" y="4160520"/>
            <a:ext cx="8741664" cy="74980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06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 Applied: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" y="45354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SRP — Each Service owns one domain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496312" y="45354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OCP — Add features without changing existing code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72584" y="45354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DIP — Controllers depend on abstractions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48856" y="45354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ISP — Lean repository interfaces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 — MySQL 8 Schema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97680" cy="1298448"/>
          </a:xfrm>
          <a:prstGeom prst="rect">
            <a:avLst/>
          </a:prstGeom>
          <a:solidFill>
            <a:srgbClr val="F8FAFC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429768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229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 (PK)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4356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email (UNIQUE)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31720" y="12070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password (BCrypt)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1720" y="14356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name, role, company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" y="2240280"/>
            <a:ext cx="4297680" cy="1298448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240280"/>
            <a:ext cx="42976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2402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262432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 (PK)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285292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company_name, role, location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308152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start_date, end_date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31720" y="262432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status: PENDING/APPROVED/REJECTED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31720" y="285292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student_id (FK → users)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308152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approved_by (FK → users)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3657600"/>
            <a:ext cx="4297680" cy="129844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657600"/>
            <a:ext cx="4297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36576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progress_reports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" y="404164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 (PK)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27024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title, file_name, file_path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49884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status: SUBMITTED/APPROVED/REJECTED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31720" y="404164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feedback, reviewed_at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331720" y="427024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internship_id (FK)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31720" y="449884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student_id, reviewed_by (FK)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822960"/>
            <a:ext cx="4297680" cy="1298448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822960"/>
            <a:ext cx="4297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8229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00600" y="12070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 (PK)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14356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title, file_name, file_path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16642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status: SUBMITTED/APPROVED/REJECTED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58000" y="12070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feedback, approved_at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0" y="14356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internship_id (FK, UNIQUE)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58000" y="16642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student_id, approved_by (FK)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2240280"/>
            <a:ext cx="4297680" cy="1298448"/>
          </a:xfrm>
          <a:prstGeom prst="rect">
            <a:avLst/>
          </a:prstGeom>
          <a:solidFill>
            <a:srgbClr val="F8FAFC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2240280"/>
            <a:ext cx="429768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2402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activity_logs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00600" y="262432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 (PK)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285292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action, details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00600" y="308152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entity_type, entity_id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58000" y="262432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timestamp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58000" y="285292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user_id (FK → users)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&amp; JWT Security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40233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POST /api/auth/login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40233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37360"/>
            <a:ext cx="40233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Validate credentials (BCrypt)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402336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86000"/>
            <a:ext cx="40233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Generate JWT (HS256, 24h)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40233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834640"/>
            <a:ext cx="40233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Client stores token in localStorage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402336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83280"/>
            <a:ext cx="40233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Every request: Authorization: Bearer &lt;token&gt;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931920"/>
            <a:ext cx="40233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931920"/>
            <a:ext cx="40233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JwtFilter validates → sets SecurityContext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API Endpoints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658368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18872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1188720"/>
            <a:ext cx="3520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1188720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664208"/>
            <a:ext cx="658368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6420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49240" y="1664208"/>
            <a:ext cx="3520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1664208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139696"/>
            <a:ext cx="658368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139696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49240" y="2139696"/>
            <a:ext cx="3520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672" y="2139696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/api/internships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615184"/>
            <a:ext cx="65836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615184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2615184"/>
            <a:ext cx="3520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76672" y="2615184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/api/internships/{id}/review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090672"/>
            <a:ext cx="658368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090672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49240" y="3090672"/>
            <a:ext cx="3520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6672" y="3090672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/api/reports/progress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566160"/>
            <a:ext cx="658368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56616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49240" y="3566160"/>
            <a:ext cx="3520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76672" y="3566160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/api/reports/final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041648"/>
            <a:ext cx="65836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04164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49240" y="4041648"/>
            <a:ext cx="3520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6672" y="4041648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/api/reports/progress/{id}/review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4517136"/>
            <a:ext cx="65836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517136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49240" y="4517136"/>
            <a:ext cx="3520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76672" y="4517136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/api/admin/logs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Screens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42062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41248"/>
            <a:ext cx="420624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4124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Dashboard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08176"/>
            <a:ext cx="393192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08176"/>
            <a:ext cx="82296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08176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08176"/>
            <a:ext cx="1737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55648"/>
            <a:ext cx="3931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03120"/>
            <a:ext cx="393192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140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internships, upload progress &amp; final PDFs, view status badges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841248"/>
            <a:ext cx="420624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41248"/>
            <a:ext cx="420624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84124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Faculty Dashboard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1408176"/>
            <a:ext cx="39319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408176"/>
            <a:ext cx="82296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408176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408176"/>
            <a:ext cx="1737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755648"/>
            <a:ext cx="3931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103120"/>
            <a:ext cx="3931920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4140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internships, view and review PDF reports with feedback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2944368"/>
            <a:ext cx="4206240" cy="18288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944368"/>
            <a:ext cx="42062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94436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 Dashboard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65760" y="3511296"/>
            <a:ext cx="3931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511296"/>
            <a:ext cx="82296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511296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11296"/>
            <a:ext cx="1737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858768"/>
            <a:ext cx="3931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206240"/>
            <a:ext cx="3931920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5171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internships and reports, give feedback — no approve/reject access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944368"/>
            <a:ext cx="4206240" cy="182880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944368"/>
            <a:ext cx="4206240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94436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846320" y="3511296"/>
            <a:ext cx="393192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511296"/>
            <a:ext cx="82296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511296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511296"/>
            <a:ext cx="1737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3858768"/>
            <a:ext cx="3931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4206240"/>
            <a:ext cx="3931920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5171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activity log, all users table with roles and registration dates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1051560"/>
          </a:xfrm>
          <a:prstGeom prst="rect">
            <a:avLst/>
          </a:prstGeom>
          <a:solidFill>
            <a:srgbClr val="162D4A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920240" cy="1051560"/>
          </a:xfrm>
          <a:prstGeom prst="rect">
            <a:avLst/>
          </a:prstGeom>
          <a:solidFill>
            <a:srgbClr val="162D4A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78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14600" y="16642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1920240" cy="1051560"/>
          </a:xfrm>
          <a:prstGeom prst="rect">
            <a:avLst/>
          </a:prstGeom>
          <a:solidFill>
            <a:srgbClr val="162D4A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78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16642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1051560"/>
            <a:ext cx="1920240" cy="1051560"/>
          </a:xfrm>
          <a:prstGeom prst="rect">
            <a:avLst/>
          </a:prstGeom>
          <a:solidFill>
            <a:srgbClr val="162D4A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78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12280" y="16642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4160520" cy="530352"/>
          </a:xfrm>
          <a:prstGeom prst="rect">
            <a:avLst/>
          </a:prstGeom>
          <a:solidFill>
            <a:srgbClr val="16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31720"/>
            <a:ext cx="731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3172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internship lifecycle management — registration to final report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2990088"/>
            <a:ext cx="4160520" cy="530352"/>
          </a:xfrm>
          <a:prstGeom prst="rect">
            <a:avLst/>
          </a:prstGeom>
          <a:solidFill>
            <a:srgbClr val="16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731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9008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JWT-based authentication with role-based access control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3648456"/>
            <a:ext cx="4160520" cy="530352"/>
          </a:xfrm>
          <a:prstGeom prst="rect">
            <a:avLst/>
          </a:prstGeom>
          <a:solidFill>
            <a:srgbClr val="16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648456"/>
            <a:ext cx="731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4845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upload, storage, and streaming for progress and final reports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00600" y="2331720"/>
            <a:ext cx="4160520" cy="530352"/>
          </a:xfrm>
          <a:prstGeom prst="rect">
            <a:avLst/>
          </a:prstGeom>
          <a:solidFill>
            <a:srgbClr val="16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331720"/>
            <a:ext cx="731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33172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activity audit log accessible to administrators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00600" y="2990088"/>
            <a:ext cx="4160520" cy="530352"/>
          </a:xfrm>
          <a:prstGeom prst="rect">
            <a:avLst/>
          </a:prstGeom>
          <a:solidFill>
            <a:srgbClr val="16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990088"/>
            <a:ext cx="731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99008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Builder, Facade, Chain of Responsibility and MVC patterns applied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00600" y="3648456"/>
            <a:ext cx="4160520" cy="530352"/>
          </a:xfrm>
          <a:prstGeom prst="rect">
            <a:avLst/>
          </a:prstGeom>
          <a:solidFill>
            <a:srgbClr val="16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648456"/>
            <a:ext cx="731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64845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SOLID principles demonstrated across the codebase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University  ·  UE23CS352B — OOAD  ·  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Internship Management System</dc:title>
  <dc:subject>PptxGenJS Presentation</dc:subject>
  <dc:creator>PptxGenJS</dc:creator>
  <cp:lastModifiedBy>PptxGenJS</cp:lastModifiedBy>
  <cp:revision>1</cp:revision>
  <dcterms:created xsi:type="dcterms:W3CDTF">2026-04-20T08:14:36Z</dcterms:created>
  <dcterms:modified xsi:type="dcterms:W3CDTF">2026-04-20T08:14:36Z</dcterms:modified>
</cp:coreProperties>
</file>